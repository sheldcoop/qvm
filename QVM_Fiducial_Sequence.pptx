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D7C9-DD87-72AB-8EA8-D79C12F8E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AEBDE-9339-5A59-F49E-D550B5276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33F3B-5057-605B-A72D-74C45F6F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A4D1-D349-68FA-FDD1-E7E01677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C169-5CF2-2B7B-FDEF-786EA80A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3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9EEB-6402-1577-4335-EF988C0E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90FF-4A33-0496-E3D4-C8A3FBF20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6C4FD-1BE0-3E0E-6CD5-7321336D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8F8CD-8F6A-690A-861A-DFF993A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2BA62-1666-5352-A4A6-F19E8CD1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189E-90CB-8DD0-E255-46B633F1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B81C0-6EA6-1DBC-8BEA-FD961C090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A76A2-2515-A466-4CC6-002B7F13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2F49E-C03D-B93F-FE3A-13BE121F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688C-90F2-F65C-EF14-E908B53C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2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DED5-A8A5-3831-E768-95A377B4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EF92-A039-8EED-4073-D1D7182BC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2DA45-DF4E-1CD3-2D98-EBC68FCC9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1B173-6283-2CBA-1881-FE34C80B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6D6C2-5FB2-D077-C541-6223C1C2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BDC26-F95A-61EB-094E-68F4D5AB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6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E733-9E6B-6236-23EE-608C55DD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F6F60-7992-79BC-9573-0DB8FC143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38115-3D8C-0455-180C-70172B1E9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49877-5461-96D8-A093-F6F724CED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369DC-8341-5104-2378-6222293FB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963C1-8C28-B67D-D2F4-E0C52A9B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652A45-7F7E-78B7-2D5E-793D43D4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109BD-FA6B-6A41-ABC1-90135219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7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BE09-487C-F919-2B00-3447373B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AB16E-8B43-3212-C136-E5A7304D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CCCDF-5114-99F6-71A4-914E64B1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0DC9-B6DF-7FA6-A020-F0DA6E6A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5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48C86-1BC8-F158-C455-FE8EFEC4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7A7E2-E245-2840-499F-60C38A79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9C7EA-046D-BBF7-8FDA-C764914A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7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8C3C-CBDA-F49B-A46F-9DA4D4CF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E25D6-77A8-FC63-78AE-36A15A758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CE75E-A62C-D801-6247-8760CECFB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C138C-D0D2-C71A-F99E-C4907D9E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C8E64-9D6B-DD4B-8C18-E7AA774B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5468B-F36A-F7DE-16F8-5751BD36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5AE1-0FCE-01AC-E3E7-51F579CB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C38906-6B2E-F04B-F892-522F82C78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C9213-6CE6-FB9D-328B-ED5685C32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617AC-384C-55C9-25FD-310D5070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4BFA9-AF18-6B5C-17D6-0D843878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68ECB-23FF-EE75-3161-04F7018E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600F-639A-1DE5-2CBB-EEE0BDD9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BADB2-6C9D-2E4B-AB6F-7570C14D6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59EFE-E2B4-8479-6A12-02934BE3E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9E648-ED22-2E52-557D-A6C1D7A8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62BCE-B020-3D50-D807-263C2EE2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547D0E-27DF-8857-6AEF-096741D5E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5B6EF-BCFF-9543-5974-1D542F825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C9BF-22B4-5AFF-3B14-EC95329B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45676-15EB-ABA9-5757-97321902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E5A5D-FD96-D92B-E665-D7108881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97CB3-EABF-C0A4-488B-8650AB49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53B10-BF41-57D6-B592-2B9208A8A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53960-89BD-D5CD-B9E9-F2A511A63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6C8E0-7C03-497C-BBFC-A69AE619DFF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B7766-21B7-334B-432D-CA032956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1C56C-436F-AD58-A309-32E3CB03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42D91-BCF8-4CB2-B4BE-2496313B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0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690D50-95E4-9388-9A3D-4F637C1BCA6B}"/>
              </a:ext>
            </a:extLst>
          </p:cNvPr>
          <p:cNvSpPr txBox="1"/>
          <p:nvPr/>
        </p:nvSpPr>
        <p:spPr>
          <a:xfrm>
            <a:off x="700088" y="614363"/>
            <a:ext cx="221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/>
              <a:t>Mapping </a:t>
            </a:r>
            <a:r>
              <a:rPr lang="de-AT" b="1" dirty="0" err="1"/>
              <a:t>of</a:t>
            </a:r>
            <a:r>
              <a:rPr lang="de-AT" b="1" dirty="0"/>
              <a:t> </a:t>
            </a:r>
            <a:r>
              <a:rPr lang="de-AT" b="1" dirty="0" err="1"/>
              <a:t>indeces</a:t>
            </a: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E37B3D-EEC5-0C35-D78A-B925DB109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628023"/>
              </p:ext>
            </p:extLst>
          </p:nvPr>
        </p:nvGraphicFramePr>
        <p:xfrm>
          <a:off x="1162744" y="1236043"/>
          <a:ext cx="3897312" cy="542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756">
                  <a:extLst>
                    <a:ext uri="{9D8B030D-6E8A-4147-A177-3AD203B41FA5}">
                      <a16:colId xmlns:a16="http://schemas.microsoft.com/office/drawing/2014/main" val="1774220535"/>
                    </a:ext>
                  </a:extLst>
                </a:gridCol>
                <a:gridCol w="1030452">
                  <a:extLst>
                    <a:ext uri="{9D8B030D-6E8A-4147-A177-3AD203B41FA5}">
                      <a16:colId xmlns:a16="http://schemas.microsoft.com/office/drawing/2014/main" val="2863316277"/>
                    </a:ext>
                  </a:extLst>
                </a:gridCol>
                <a:gridCol w="1299104">
                  <a:extLst>
                    <a:ext uri="{9D8B030D-6E8A-4147-A177-3AD203B41FA5}">
                      <a16:colId xmlns:a16="http://schemas.microsoft.com/office/drawing/2014/main" val="1943807356"/>
                    </a:ext>
                  </a:extLst>
                </a:gridCol>
              </a:tblGrid>
              <a:tr h="293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050" dirty="0" err="1"/>
                        <a:t>Sequence</a:t>
                      </a:r>
                      <a:r>
                        <a:rPr lang="de-AT" sz="1050" dirty="0"/>
                        <a:t> </a:t>
                      </a:r>
                      <a:r>
                        <a:rPr lang="de-AT" sz="1050" dirty="0" err="1"/>
                        <a:t>of</a:t>
                      </a:r>
                      <a:r>
                        <a:rPr lang="de-AT" sz="1050" dirty="0"/>
                        <a:t> </a:t>
                      </a:r>
                      <a:r>
                        <a:rPr lang="de-AT" sz="1050" dirty="0" err="1"/>
                        <a:t>measurement</a:t>
                      </a:r>
                      <a:r>
                        <a:rPr lang="de-AT" sz="1050" dirty="0"/>
                        <a:t> (</a:t>
                      </a:r>
                      <a:r>
                        <a:rPr lang="de-AT" sz="1050" dirty="0" err="1"/>
                        <a:t>manual</a:t>
                      </a:r>
                      <a:r>
                        <a:rPr lang="de-AT" sz="1050" dirty="0"/>
                        <a:t> and </a:t>
                      </a:r>
                      <a:r>
                        <a:rPr lang="de-AT" sz="1050" dirty="0" err="1"/>
                        <a:t>automatic</a:t>
                      </a:r>
                      <a:r>
                        <a:rPr lang="de-AT" sz="1050" dirty="0"/>
                        <a:t>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050" dirty="0" err="1"/>
                        <a:t>Ideces</a:t>
                      </a:r>
                      <a:r>
                        <a:rPr lang="de-AT" sz="1050" dirty="0"/>
                        <a:t> QVM </a:t>
                      </a:r>
                      <a:r>
                        <a:rPr lang="de-AT" sz="1050" dirty="0" err="1"/>
                        <a:t>automatic</a:t>
                      </a:r>
                      <a:r>
                        <a:rPr lang="de-AT" sz="1050" dirty="0"/>
                        <a:t> </a:t>
                      </a:r>
                      <a:r>
                        <a:rPr lang="de-AT" sz="1050" dirty="0" err="1"/>
                        <a:t>output</a:t>
                      </a:r>
                      <a:r>
                        <a:rPr lang="de-AT" sz="1050" dirty="0"/>
                        <a:t> </a:t>
                      </a:r>
                      <a:r>
                        <a:rPr lang="de-AT" sz="1050" dirty="0" err="1"/>
                        <a:t>file</a:t>
                      </a:r>
                      <a:endParaRPr lang="en-US" sz="1050" dirty="0"/>
                    </a:p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QP/</a:t>
                      </a:r>
                      <a:r>
                        <a:rPr lang="de-AT" sz="1050" dirty="0" err="1"/>
                        <a:t>Fiducial</a:t>
                      </a:r>
                      <a:r>
                        <a:rPr lang="de-AT" sz="1050" dirty="0"/>
                        <a:t> </a:t>
                      </a:r>
                      <a:r>
                        <a:rPr lang="de-AT" sz="1050" dirty="0" err="1"/>
                        <a:t>number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5259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[1,1][1,1]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22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919642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2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[1,1][1,2]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21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297164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3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[1,1][2,1]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23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564675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4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[1,1][2,2]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24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726244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5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[1,2][1,1]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12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751707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6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[1,2][1,2]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11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400347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7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[1,2][2,1]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13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01362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8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[1,2][2,2]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14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04173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9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[2,1][1,1]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32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831460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10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[2,1][1,2]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31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32819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11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[2,1][2,1]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33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296205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12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[2,1][2,2]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34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58425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13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[2,2][1,1]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42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507171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14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[2,2][1,2]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41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788754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15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[2,2][2,1]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43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505170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r>
                        <a:rPr lang="de-AT" sz="1050" dirty="0"/>
                        <a:t>16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[2,2][2,2]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50" dirty="0"/>
                        <a:t>44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8990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7EBE012-E3C0-9B6A-64B0-AAF87AFE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695" y="1325474"/>
            <a:ext cx="4475855" cy="237336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47C9CF-9108-8AEE-61A8-C478A5E9F288}"/>
              </a:ext>
            </a:extLst>
          </p:cNvPr>
          <p:cNvCxnSpPr/>
          <p:nvPr/>
        </p:nvCxnSpPr>
        <p:spPr>
          <a:xfrm>
            <a:off x="6470401" y="1431848"/>
            <a:ext cx="0" cy="2224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E17CFA-AFBE-3C27-2922-E19BB022976D}"/>
              </a:ext>
            </a:extLst>
          </p:cNvPr>
          <p:cNvSpPr txBox="1"/>
          <p:nvPr/>
        </p:nvSpPr>
        <p:spPr>
          <a:xfrm>
            <a:off x="5895710" y="956142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 err="1">
                <a:solidFill>
                  <a:srgbClr val="156082"/>
                </a:solidFill>
              </a:rPr>
              <a:t>Sequence</a:t>
            </a:r>
            <a:endParaRPr lang="en-US" b="1" u="sng" dirty="0">
              <a:solidFill>
                <a:srgbClr val="15608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794C5-6ABC-6CF4-A6C0-80C03DAD7A2D}"/>
              </a:ext>
            </a:extLst>
          </p:cNvPr>
          <p:cNvSpPr txBox="1"/>
          <p:nvPr/>
        </p:nvSpPr>
        <p:spPr>
          <a:xfrm>
            <a:off x="7745321" y="586810"/>
            <a:ext cx="214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 err="1">
                <a:solidFill>
                  <a:srgbClr val="156082"/>
                </a:solidFill>
              </a:rPr>
              <a:t>Indeces</a:t>
            </a:r>
            <a:r>
              <a:rPr lang="de-AT" b="1" u="sng" dirty="0">
                <a:solidFill>
                  <a:srgbClr val="156082"/>
                </a:solidFill>
              </a:rPr>
              <a:t> </a:t>
            </a:r>
            <a:r>
              <a:rPr lang="de-AT" b="1" u="sng" dirty="0" err="1">
                <a:solidFill>
                  <a:srgbClr val="156082"/>
                </a:solidFill>
              </a:rPr>
              <a:t>automatic</a:t>
            </a:r>
            <a:endParaRPr lang="en-US" b="1" u="sng" dirty="0">
              <a:solidFill>
                <a:srgbClr val="156082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C1BD29-1AD6-0D58-496F-07E467AA799C}"/>
              </a:ext>
            </a:extLst>
          </p:cNvPr>
          <p:cNvCxnSpPr>
            <a:cxnSpLocks/>
          </p:cNvCxnSpPr>
          <p:nvPr/>
        </p:nvCxnSpPr>
        <p:spPr>
          <a:xfrm flipH="1">
            <a:off x="7834009" y="920155"/>
            <a:ext cx="487890" cy="461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5061D49-CEF4-1796-BDD5-DF7916DCBEF6}"/>
              </a:ext>
            </a:extLst>
          </p:cNvPr>
          <p:cNvSpPr/>
          <p:nvPr/>
        </p:nvSpPr>
        <p:spPr>
          <a:xfrm>
            <a:off x="7172465" y="1245452"/>
            <a:ext cx="1034095" cy="45876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46BFDC-C76A-0372-8099-89D227685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339" y="143021"/>
            <a:ext cx="1715980" cy="11024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7CFF89-E07C-5947-2304-7F69EE05D2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74" t="5089" r="12016" b="5015"/>
          <a:stretch>
            <a:fillRect/>
          </a:stretch>
        </p:blipFill>
        <p:spPr>
          <a:xfrm>
            <a:off x="7321684" y="4202535"/>
            <a:ext cx="2326473" cy="23733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7103F7-0226-1F0B-7D9C-9DC197C09D57}"/>
              </a:ext>
            </a:extLst>
          </p:cNvPr>
          <p:cNvSpPr txBox="1"/>
          <p:nvPr/>
        </p:nvSpPr>
        <p:spPr>
          <a:xfrm>
            <a:off x="9648157" y="5308431"/>
            <a:ext cx="227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u="sng" dirty="0">
                <a:solidFill>
                  <a:srgbClr val="156082"/>
                </a:solidFill>
              </a:rPr>
              <a:t>QP/</a:t>
            </a:r>
            <a:r>
              <a:rPr lang="de-AT" b="1" u="sng" dirty="0" err="1">
                <a:solidFill>
                  <a:srgbClr val="156082"/>
                </a:solidFill>
              </a:rPr>
              <a:t>Fiducial</a:t>
            </a:r>
            <a:r>
              <a:rPr lang="de-AT" b="1" u="sng" dirty="0">
                <a:solidFill>
                  <a:srgbClr val="156082"/>
                </a:solidFill>
              </a:rPr>
              <a:t> </a:t>
            </a:r>
            <a:r>
              <a:rPr lang="de-AT" b="1" u="sng" dirty="0" err="1">
                <a:solidFill>
                  <a:srgbClr val="156082"/>
                </a:solidFill>
              </a:rPr>
              <a:t>number</a:t>
            </a:r>
            <a:endParaRPr lang="en-US" b="1" u="sng" dirty="0">
              <a:solidFill>
                <a:srgbClr val="156082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48B5B2-7659-0447-17E7-0746CAD88A64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9425726" y="5493097"/>
            <a:ext cx="222431" cy="105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5DAFBA2-6E42-B20D-EBD1-315477DA35E6}"/>
              </a:ext>
            </a:extLst>
          </p:cNvPr>
          <p:cNvSpPr/>
          <p:nvPr/>
        </p:nvSpPr>
        <p:spPr>
          <a:xfrm>
            <a:off x="9188267" y="5506745"/>
            <a:ext cx="266078" cy="25019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109EF7-F9DB-F52A-6BC1-0AA47098F541}"/>
              </a:ext>
            </a:extLst>
          </p:cNvPr>
          <p:cNvCxnSpPr/>
          <p:nvPr/>
        </p:nvCxnSpPr>
        <p:spPr>
          <a:xfrm flipV="1">
            <a:off x="7661747" y="5706894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1F1937-3435-E1C6-8DDF-0BAB82E4420E}"/>
              </a:ext>
            </a:extLst>
          </p:cNvPr>
          <p:cNvCxnSpPr/>
          <p:nvPr/>
        </p:nvCxnSpPr>
        <p:spPr>
          <a:xfrm flipV="1">
            <a:off x="8255135" y="5706894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2E508B-12BF-2209-2006-ABB0B9E33B05}"/>
              </a:ext>
            </a:extLst>
          </p:cNvPr>
          <p:cNvCxnSpPr/>
          <p:nvPr/>
        </p:nvCxnSpPr>
        <p:spPr>
          <a:xfrm flipV="1">
            <a:off x="7661341" y="4633609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25FA53-C0C8-88B2-99AF-D515172B74FD}"/>
              </a:ext>
            </a:extLst>
          </p:cNvPr>
          <p:cNvCxnSpPr/>
          <p:nvPr/>
        </p:nvCxnSpPr>
        <p:spPr>
          <a:xfrm flipV="1">
            <a:off x="8254729" y="4633609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AC0D3E-C192-7B66-AC93-23F214174ED3}"/>
              </a:ext>
            </a:extLst>
          </p:cNvPr>
          <p:cNvCxnSpPr/>
          <p:nvPr/>
        </p:nvCxnSpPr>
        <p:spPr>
          <a:xfrm flipV="1">
            <a:off x="8711522" y="5706894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590EA9-EA17-0D86-DC09-65ADE9D1F0FF}"/>
              </a:ext>
            </a:extLst>
          </p:cNvPr>
          <p:cNvCxnSpPr/>
          <p:nvPr/>
        </p:nvCxnSpPr>
        <p:spPr>
          <a:xfrm flipV="1">
            <a:off x="9304910" y="5706894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760DBC-A4E6-4267-68D5-1AEABD6D752E}"/>
              </a:ext>
            </a:extLst>
          </p:cNvPr>
          <p:cNvCxnSpPr/>
          <p:nvPr/>
        </p:nvCxnSpPr>
        <p:spPr>
          <a:xfrm flipV="1">
            <a:off x="8706655" y="4633609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F6E9F4-4C02-9EF3-DC70-B373E5624245}"/>
              </a:ext>
            </a:extLst>
          </p:cNvPr>
          <p:cNvCxnSpPr/>
          <p:nvPr/>
        </p:nvCxnSpPr>
        <p:spPr>
          <a:xfrm flipV="1">
            <a:off x="9300043" y="4633609"/>
            <a:ext cx="0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468F80-AA04-283E-3D4E-A5856336BBA7}"/>
              </a:ext>
            </a:extLst>
          </p:cNvPr>
          <p:cNvCxnSpPr>
            <a:cxnSpLocks/>
          </p:cNvCxnSpPr>
          <p:nvPr/>
        </p:nvCxnSpPr>
        <p:spPr>
          <a:xfrm>
            <a:off x="7782160" y="5706894"/>
            <a:ext cx="362154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0620F6-FEA5-766C-6678-9F7998833911}"/>
              </a:ext>
            </a:extLst>
          </p:cNvPr>
          <p:cNvCxnSpPr>
            <a:cxnSpLocks/>
          </p:cNvCxnSpPr>
          <p:nvPr/>
        </p:nvCxnSpPr>
        <p:spPr>
          <a:xfrm>
            <a:off x="8827139" y="5706894"/>
            <a:ext cx="362154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74D1EA-440D-8375-6786-7A4A16948F4F}"/>
              </a:ext>
            </a:extLst>
          </p:cNvPr>
          <p:cNvCxnSpPr>
            <a:cxnSpLocks/>
          </p:cNvCxnSpPr>
          <p:nvPr/>
        </p:nvCxnSpPr>
        <p:spPr>
          <a:xfrm>
            <a:off x="7781134" y="4637570"/>
            <a:ext cx="362154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25AE8A4-8131-AF59-6FDE-C5620BB7B980}"/>
              </a:ext>
            </a:extLst>
          </p:cNvPr>
          <p:cNvCxnSpPr>
            <a:cxnSpLocks/>
          </p:cNvCxnSpPr>
          <p:nvPr/>
        </p:nvCxnSpPr>
        <p:spPr>
          <a:xfrm>
            <a:off x="8826113" y="4637570"/>
            <a:ext cx="362154" cy="43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BFCCCF-7A4A-2F97-80D2-F91CF7332DF1}"/>
              </a:ext>
            </a:extLst>
          </p:cNvPr>
          <p:cNvCxnSpPr>
            <a:cxnSpLocks/>
          </p:cNvCxnSpPr>
          <p:nvPr/>
        </p:nvCxnSpPr>
        <p:spPr>
          <a:xfrm flipH="1" flipV="1">
            <a:off x="7745321" y="5214026"/>
            <a:ext cx="407289" cy="288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9B7356-CA29-A4AE-27B3-1B908B33D10A}"/>
              </a:ext>
            </a:extLst>
          </p:cNvPr>
          <p:cNvCxnSpPr>
            <a:cxnSpLocks/>
          </p:cNvCxnSpPr>
          <p:nvPr/>
        </p:nvCxnSpPr>
        <p:spPr>
          <a:xfrm>
            <a:off x="8321899" y="4633609"/>
            <a:ext cx="298488" cy="1598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CFB442-E78F-3FBC-77A2-69E1CCEAEDFC}"/>
              </a:ext>
            </a:extLst>
          </p:cNvPr>
          <p:cNvCxnSpPr>
            <a:cxnSpLocks/>
          </p:cNvCxnSpPr>
          <p:nvPr/>
        </p:nvCxnSpPr>
        <p:spPr>
          <a:xfrm flipH="1" flipV="1">
            <a:off x="8789676" y="5243939"/>
            <a:ext cx="407289" cy="288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97BC107-7D37-0CDE-185A-AB6F2B73631F}"/>
              </a:ext>
            </a:extLst>
          </p:cNvPr>
          <p:cNvSpPr txBox="1"/>
          <p:nvPr/>
        </p:nvSpPr>
        <p:spPr>
          <a:xfrm>
            <a:off x="7409798" y="6345677"/>
            <a:ext cx="503086" cy="27699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AT" sz="1200" dirty="0"/>
              <a:t>Start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2E4DF2-FD82-70C6-B8AB-F79EA6D1F730}"/>
              </a:ext>
            </a:extLst>
          </p:cNvPr>
          <p:cNvSpPr txBox="1"/>
          <p:nvPr/>
        </p:nvSpPr>
        <p:spPr>
          <a:xfrm>
            <a:off x="9137086" y="4147980"/>
            <a:ext cx="441146" cy="27699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AT" sz="1200" dirty="0"/>
              <a:t>End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131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AT&amp;S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Saringer Christian</dc:creator>
  <cp:lastModifiedBy>Saringer Christian</cp:lastModifiedBy>
  <cp:revision>2</cp:revision>
  <dcterms:created xsi:type="dcterms:W3CDTF">2026-04-23T10:50:53Z</dcterms:created>
  <dcterms:modified xsi:type="dcterms:W3CDTF">2026-04-23T11:07:37Z</dcterms:modified>
</cp:coreProperties>
</file>